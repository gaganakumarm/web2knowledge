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A209-88E5-371E-5FEF-290173437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16ADE-9866-0A8D-509E-263D1EA59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9213-3F73-C43A-5FFB-EDC09ED4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8E129-A8F5-521F-32E1-D929CA71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A4EC8-1AF4-5D65-E88F-C00123E0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62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1228-F7D1-D4C5-0E38-ACB09286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A0C10-62F7-1DAD-6DF3-73FB6D379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93445-11B1-9D57-9884-2750D3E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6F1C-58A5-7B0C-35DF-78D8E409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680D7-061C-A370-A089-42B5750A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28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DB16-4CA1-CFE2-5C36-600AE2050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E445A-BD0C-6ADA-2F59-833684BFE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46BF0-5A8B-29B0-0065-CBABB801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03070-BF95-37C8-B628-FE6B51A9C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28F90-F167-2D6E-CD9E-AFFC131D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3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1D1D-B9EB-85AA-C858-3FD5F20A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A14A-E93E-6DD3-147B-A57482F1A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0FD5-3995-9E81-ADB6-078DFCCC2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F2D92-EFB6-0E20-E88E-186D7CDE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80939-060C-C948-8BD9-E5CD2BDC6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C5532-06D7-8AEC-661C-C29FADB1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2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972C-94FF-AECA-7058-385BEF6C8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8FE56-3406-6106-51A8-26E248AD8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8145C-A3E1-A528-D180-9942CB551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9CA94-C904-6490-4D1C-5A5F958C3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AB868-5EA8-1294-D3F3-3836EFF1C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2CCE8-94F0-A791-40C0-2F1280BC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454AE-BF65-0E07-0DFA-8D92A12B7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2F893-51B1-BAF0-E308-54207AF1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60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E23E-AF3D-2E5E-EB7B-C9C527CAA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482A51-CCD4-C911-84DC-ED1DF1B2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A52D1-8AE1-34DC-C42E-AC5392DD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81E96-C28A-0DEA-5091-2EF644E9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86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91BB9-E1CF-ACAF-CB35-6503114D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333AE-ED88-0509-ED01-59FBDE19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23742-4214-247B-1CC9-08DE18A6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231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3661-98D0-51B6-3149-128F5E3E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313D-05CC-F674-639D-82CB3F7F2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10A5B-A0E7-4401-E878-AAA51B12D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DB14F-8D38-6353-9F96-D4B8C3F05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C7A7E-B0F6-DBD4-F014-5CE914EC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34262-CDF9-44D5-4191-E3E435AC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73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0EA3-3F78-DFA4-4089-CCC548EE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73777-1A8B-1F55-9181-D4529A552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0C95-24E2-F4F6-68D9-1E848215A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1832C-1C62-7894-4D44-E1079082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97A3-8FB4-EB63-7AEE-700CCDCA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CB337-E6C0-BBF7-013E-D4DE9FF6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20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D835-8EB6-690E-225A-EEBACF8E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BA8B5-DA0A-4E3C-BF88-D287BFD29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DF5A4-F410-6E91-5EE8-2D71FD3E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DB2BB-D995-7264-D4F3-6C20365E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FE706-5705-10F8-AA55-F1B76BC5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05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ADE84F-4492-997C-8DFE-D9BA3873E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04903-22CD-4574-FBB0-9152ADA47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7F0B1-AAD9-DEA9-24BF-74397348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E66A7-EE39-B627-B107-D5F002E2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B6E74-0C4F-CA27-E46E-8C9265B2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79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EC0701-6206-E379-447F-856A0FA8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57FF2-8A4D-C899-B644-9607904CF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DA40B-61F2-C22C-3156-C9FE8BEE1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9C3B8-62B1-4DB2-905E-FA7A0A1FFD5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2D2BC-A63E-2261-DB68-F2C209A73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CD5DC-1E43-C4A2-8569-462A67F7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17346-1633-48AA-B579-A68E88AE52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39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2knowledge.onrender.com/" TargetMode="External"/><Relationship Id="rId2" Type="http://schemas.openxmlformats.org/officeDocument/2006/relationships/hyperlink" Target="https://github.com/gaganakumarm/Web2Knowledg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879C54-3FB4-F47F-0DE2-C8F2215B0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158"/>
            <a:ext cx="12192000" cy="64168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EA0230-04D3-E09A-0EC3-07E1B6BA5495}"/>
              </a:ext>
            </a:extLst>
          </p:cNvPr>
          <p:cNvSpPr txBox="1"/>
          <p:nvPr/>
        </p:nvSpPr>
        <p:spPr>
          <a:xfrm>
            <a:off x="2900516" y="0"/>
            <a:ext cx="61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highlight>
                  <a:srgbClr val="FFFF00"/>
                </a:highlight>
              </a:rPr>
              <a:t>Homepage UI</a:t>
            </a:r>
          </a:p>
        </p:txBody>
      </p:sp>
    </p:spTree>
    <p:extLst>
      <p:ext uri="{BB962C8B-B14F-4D97-AF65-F5344CB8AC3E}">
        <p14:creationId xmlns:p14="http://schemas.microsoft.com/office/powerpoint/2010/main" val="103701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8079A2-1C4E-3599-F456-70E1EAEB5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858"/>
            <a:ext cx="12192000" cy="6512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97CBB8-B605-1CB5-AD07-E29264FB6307}"/>
              </a:ext>
            </a:extLst>
          </p:cNvPr>
          <p:cNvSpPr txBox="1"/>
          <p:nvPr/>
        </p:nvSpPr>
        <p:spPr>
          <a:xfrm>
            <a:off x="2920180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highlight>
                  <a:srgbClr val="FFFF00"/>
                </a:highlight>
              </a:rPr>
              <a:t>URL Mode</a:t>
            </a:r>
          </a:p>
        </p:txBody>
      </p:sp>
    </p:spTree>
    <p:extLst>
      <p:ext uri="{BB962C8B-B14F-4D97-AF65-F5344CB8AC3E}">
        <p14:creationId xmlns:p14="http://schemas.microsoft.com/office/powerpoint/2010/main" val="355469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157460-425B-760C-2326-8F6D22E39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BD05BA-419D-1C6B-F125-E3D6FF152B82}"/>
              </a:ext>
            </a:extLst>
          </p:cNvPr>
          <p:cNvSpPr txBox="1"/>
          <p:nvPr/>
        </p:nvSpPr>
        <p:spPr>
          <a:xfrm>
            <a:off x="2792362" y="0"/>
            <a:ext cx="61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highlight>
                  <a:srgbClr val="FFFF00"/>
                </a:highlight>
              </a:rPr>
              <a:t>Search Results</a:t>
            </a:r>
          </a:p>
        </p:txBody>
      </p:sp>
    </p:spTree>
    <p:extLst>
      <p:ext uri="{BB962C8B-B14F-4D97-AF65-F5344CB8AC3E}">
        <p14:creationId xmlns:p14="http://schemas.microsoft.com/office/powerpoint/2010/main" val="186661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D7E88-FCEF-019B-22DD-E0A99443D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59"/>
            <a:ext cx="12192000" cy="6683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267D83-0852-0EC2-EC57-6D5434CA8E2A}"/>
              </a:ext>
            </a:extLst>
          </p:cNvPr>
          <p:cNvSpPr txBox="1"/>
          <p:nvPr/>
        </p:nvSpPr>
        <p:spPr>
          <a:xfrm>
            <a:off x="2310581" y="0"/>
            <a:ext cx="6174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highlight>
                  <a:srgbClr val="FFFF00"/>
                </a:highlight>
              </a:rPr>
              <a:t>Topic Search</a:t>
            </a:r>
          </a:p>
        </p:txBody>
      </p:sp>
    </p:spTree>
    <p:extLst>
      <p:ext uri="{BB962C8B-B14F-4D97-AF65-F5344CB8AC3E}">
        <p14:creationId xmlns:p14="http://schemas.microsoft.com/office/powerpoint/2010/main" val="410644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AB208-7391-22F5-5D47-B69CB9B0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636"/>
            <a:ext cx="12192000" cy="64867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29EC6C-C9EA-B972-12CC-76577D797711}"/>
              </a:ext>
            </a:extLst>
          </p:cNvPr>
          <p:cNvSpPr txBox="1"/>
          <p:nvPr/>
        </p:nvSpPr>
        <p:spPr>
          <a:xfrm>
            <a:off x="3136490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highlight>
                  <a:srgbClr val="FFFF00"/>
                </a:highlight>
              </a:rPr>
              <a:t>Agentic Research</a:t>
            </a:r>
          </a:p>
        </p:txBody>
      </p:sp>
    </p:spTree>
    <p:extLst>
      <p:ext uri="{BB962C8B-B14F-4D97-AF65-F5344CB8AC3E}">
        <p14:creationId xmlns:p14="http://schemas.microsoft.com/office/powerpoint/2010/main" val="400426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33B23-B879-F9EF-DB77-34174B4C1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696"/>
            <a:ext cx="12192000" cy="6448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974414-A546-F473-37BE-276C17F4620C}"/>
              </a:ext>
            </a:extLst>
          </p:cNvPr>
          <p:cNvSpPr txBox="1"/>
          <p:nvPr/>
        </p:nvSpPr>
        <p:spPr>
          <a:xfrm>
            <a:off x="2664542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highlight>
                  <a:srgbClr val="FFFF00"/>
                </a:highlight>
              </a:rPr>
              <a:t>Dataset Export</a:t>
            </a:r>
          </a:p>
        </p:txBody>
      </p:sp>
    </p:spTree>
    <p:extLst>
      <p:ext uri="{BB962C8B-B14F-4D97-AF65-F5344CB8AC3E}">
        <p14:creationId xmlns:p14="http://schemas.microsoft.com/office/powerpoint/2010/main" val="392409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FC702-0260-D0CF-EFEC-3A2F1CA5A73D}"/>
              </a:ext>
            </a:extLst>
          </p:cNvPr>
          <p:cNvSpPr txBox="1"/>
          <p:nvPr/>
        </p:nvSpPr>
        <p:spPr>
          <a:xfrm>
            <a:off x="2059858" y="2331545"/>
            <a:ext cx="807228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/>
              <a:t>GitHub + Deployment</a:t>
            </a:r>
          </a:p>
          <a:p>
            <a:r>
              <a:rPr lang="en-IN" sz="2800" dirty="0">
                <a:hlinkClick r:id="rId2"/>
              </a:rPr>
              <a:t>https://github.com/gaganakumarm/Web2Knowledge</a:t>
            </a:r>
            <a:r>
              <a:rPr lang="en-IN" sz="2800" dirty="0"/>
              <a:t> </a:t>
            </a:r>
          </a:p>
          <a:p>
            <a:pPr algn="ctr"/>
            <a:r>
              <a:rPr lang="en-IN" sz="2800" dirty="0">
                <a:hlinkClick r:id="rId3"/>
              </a:rPr>
              <a:t>https://web2knowledge.onrender.com/</a:t>
            </a:r>
            <a:r>
              <a:rPr lang="en-IN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575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Gagana K</dc:creator>
  <cp:lastModifiedBy>Gagana K</cp:lastModifiedBy>
  <cp:revision>2</cp:revision>
  <dcterms:created xsi:type="dcterms:W3CDTF">2026-05-10T10:10:44Z</dcterms:created>
  <dcterms:modified xsi:type="dcterms:W3CDTF">2026-05-10T10:20:13Z</dcterms:modified>
</cp:coreProperties>
</file>